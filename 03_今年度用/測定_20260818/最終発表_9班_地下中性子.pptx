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1A3A5C"/>
                </a:solidFill>
              </a:defRPr>
            </a:pPr>
            <a:r>
              <a:t>地下での中性子フラックスの測定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KEKサマーチャレンジ 9班</a:t>
            </a:r>
          </a:p>
          <a:p>
            <a:r>
              <a:t>教員：岩瀬 広　岸本 祐二　大山 隆宏</a:t>
            </a:r>
          </a:p>
          <a:p>
            <a:r>
              <a:t>学生：川嶋 宥翔(名古屋大学)　鈴江 春樹(明治大学)　高橋 源太(金沢大学)</a:t>
            </a:r>
          </a:p>
          <a:p>
            <a:r>
              <a:t>　　　戸田 日々輝(東京大学)　西之原 純輝(宮崎大学)</a:t>
            </a:r>
          </a:p>
          <a:p>
            <a:r>
              <a:t>TA：星野 稔　落合 勇稀　小川 拓泰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発表の流れ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1. 背景と目的（昨年度の続き）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2. 予想：深度とともに指数減衰するはず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3. 実験：原理・装置・測定地点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4. 結果：教材理論と大きく乖離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5. 考察：地中での中性子生成（ミュオン起源）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6. 完全理論と神岡地下実験室との整合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7. 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</a:defRPr>
            </a:pPr>
            <a:r>
              <a:t>第1章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0392B"/>
                </a:solidFill>
              </a:defRPr>
            </a:pPr>
            <a:r>
              <a:t>背景と目的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昨年度（9班）の結果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2025年度演習9班の続き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標高を変えて中性子フラックスを測定（管理棟1階 → 白根山 Δh≈2000 m）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熱中性子：λ ≈ 1470 m（Λ ≈ 147 g/cm²）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→ 大気中では深度（標高）に応じて指数関数的に変化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しかし地下・覆土下の測定は未実施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今年度の問い：「深くなるほど e^{-x/λ} で減る」は成り立つか？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実験の目的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1. 中性子フラックスの地上からの深度（覆土・遮蔽）依存を測定する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2. 教材の減衰則 φ = A₀·exp(−t_eq/λ_c) が underground で成り立つか検証する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3. 乖離があれば物理要因（ミュオン・環境放射能など）を定量化する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結果の予想（測定前）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単純指数減衰を予想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教材・1次元化モデル：φ ∝ exp(−t_eq/λ_c)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λ_c ≈ 39 cm（等価コンクリート換算）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A₀ ≈ 3.07×10⁻³ n/cm²/s（地上基準）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→ 深部（PF→Linac3→KEKB）では桁落ちするはず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</a:defRPr>
            </a:pPr>
            <a:r>
              <a:t>第2章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0392B"/>
                </a:solidFill>
              </a:defRPr>
            </a:pPr>
            <a:r>
              <a:t>原理・装置・較正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中性子線について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一次宇宙線（主に陽子）が大気中の原子核と反応して生成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GeV → MeV → keV → eV → 熱中性子へエネルギー低下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地表付近では宇宙線二次中性子が主要な環境中性子源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測定原理：³He(n,p)T 反応</a:t>
            </a:r>
          </a:p>
        </p:txBody>
      </p:sp>
      <p:pic>
        <p:nvPicPr>
          <p:cNvPr id="3" name="Picture 2" descr="theory_formul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518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Q = 764 keV。全吸収ピークと壁効果（191 keV 下端）を wall 窓で積分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フラックスの定義と較正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Φ = R / (ε·S)　[R: NET 計数率, ε: 検出効率, S: 有効面積]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絶対較正：黒鉛パイル + Am-Be 線源（米内ほか 2002, 保健物理 37(2)）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d1 の εS = 74.2 cm² を基準に D1/D2/d2 へ転送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解析窓（wall）：191–764 keV（³He 反応ピーク＋連続部）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検出器（4 系統）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D1 / d1：裸管（大径 SN1715 / 小径 SN2162）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D2 / d2：ポリエチレン緩衝付き（MeV 領域感度）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He-3 10 atm，MCA8000D で 512 ch スペクトル取得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昨年と同型の d1 管を継続使用 → 年度間比較が可能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</a:defRPr>
            </a:pPr>
            <a:r>
              <a:t>第3章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0392B"/>
                </a:solidFill>
              </a:defRPr>
            </a:pPr>
            <a:r>
              <a:t>実験：KEK地下トンネルでの測定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測定地点（2026-08-18〜25）</a:t>
            </a:r>
          </a:p>
        </p:txBody>
      </p:sp>
      <p:pic>
        <p:nvPicPr>
          <p:cNvPr id="3" name="Picture 2" descr="slide04_site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046720" cy="536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全加速器ビーム OFF 期間。地上 → 管理棟 → PF → BT → Linac3 → KEKB → linacIRON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等価コンクリート厚 t_eq</a:t>
            </a:r>
          </a:p>
        </p:txBody>
      </p:sp>
      <p:pic>
        <p:nvPicPr>
          <p:cNvPr id="3" name="Picture 2" descr="slide05_KEKB_3層地質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518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土・鉄を密度換算し t_eq = X/ρ_c（ρ_c=2.3 g/cm³）で横軸を統一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主要地点と遮蔽（垂直積層）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地上：t_eq = 0 cm（基準 A₀ = 3.07×10⁻³ n/cm²/s）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PF：105 cm コンクリート（2.4 mwe）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Linac3：300 cm コンクリート（6.9 mwe）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KEKB：525 cm 換算（12.1 mwe、3 層地質）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linacIRON：728 cm 換算（土100+コン200+鉄150 cm、1 面開口）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解析の流れ</a:t>
            </a:r>
          </a:p>
        </p:txBody>
      </p:sp>
      <p:pic>
        <p:nvPicPr>
          <p:cNvPr id="3" name="Picture 2" descr="slide03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518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MCA → wall NET CPS → εS で割って絶対フラックス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MCA スペクトル例</a:t>
            </a:r>
          </a:p>
        </p:txBody>
      </p:sp>
      <p:pic>
        <p:nvPicPr>
          <p:cNvPr id="3" name="Picture 2" descr="全ch_線形_ch0除く_クリッ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840480" cy="23343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地上 vs 深部地点でスペクトル形状・計数率が大きく異なる</a:t>
            </a:r>
          </a:p>
        </p:txBody>
      </p:sp>
      <p:pic>
        <p:nvPicPr>
          <p:cNvPr id="5" name="Picture 4" descr="全ch_線形_ch0除く_クリッ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840480" cy="23343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</a:defRPr>
            </a:pPr>
            <a:r>
              <a:t>第4章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0392B"/>
                </a:solidFill>
              </a:defRPr>
            </a:pPr>
            <a:r>
              <a:t>結果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結果：旧理論 vs 実測</a:t>
            </a:r>
          </a:p>
        </p:txBody>
      </p:sp>
      <p:pic>
        <p:nvPicPr>
          <p:cNvPr id="3" name="Picture 2" descr="19_全地点_フラックス_絶対_検出器比較_神岡_連続_誤差棒_片対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42873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破線：教材理論 φ=A₀e^{-t/λ_c}。深部で理論より上方にデータ点が分布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旧理論との乖離（定量）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深いほど「減りすぎ」ではなく「足されている」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Linac3（300 cm）：理論比 ~10² 倍「高い」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KEKB（525 cm）：~10⁴ 倍「高い」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linacIRON（728 cm）：~10⁷ 倍「高い」、かつ深部で再上昇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t_eq 190–525 cm 付近で φ ≈ 2.5–4.6×10⁻⁴ に平坦化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→ 単純指数減衰では説明不能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旧理論の残差（地点別）</a:t>
            </a:r>
          </a:p>
        </p:txBody>
      </p:sp>
      <p:pic>
        <p:nvPicPr>
          <p:cNvPr id="3" name="Picture 2" descr="residual_by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37360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log₁₀ RMS 残差：旧理論 2.84 dex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</a:defRPr>
            </a:pPr>
            <a:r>
              <a:t>第5章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0392B"/>
                </a:solidFill>
              </a:defRPr>
            </a:pPr>
            <a:r>
              <a:t>考察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考察：なぜ理論より「上」にずれるか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単純減衰なら深部ほど下方にずれるはず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実測は深部で平坦化・IRON で再上昇 → 別成分が「足されている」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一次宇宙線中性子は深部でほぼ消失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しかしミュオンは深部まで到達し、物質と反応して中性子を生成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→ 地中での「その場生成」が支配的になる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ミュオンは深部まで残存</a:t>
            </a:r>
          </a:p>
        </p:txBody>
      </p:sp>
      <p:pic>
        <p:nvPicPr>
          <p:cNvPr id="3" name="Picture 2" descr="cosmic_ray_from_sk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487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PHITS linac_cosmic：覆土 −4.3 m でも μ± は地上の ~80% 残存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完全理論モデル</a:t>
            </a:r>
          </a:p>
        </p:txBody>
      </p:sp>
      <p:pic>
        <p:nvPicPr>
          <p:cNvPr id="3" name="Picture 2" descr="component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51223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φ_fast = [F₀e^{-x/Λ_h} + C_μ I_μ(x)] × G_fast + 環境放射能床値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完全理論 vs 実測</a:t>
            </a:r>
          </a:p>
        </p:txBody>
      </p:sp>
      <p:pic>
        <p:nvPicPr>
          <p:cNvPr id="3" name="Picture 2" descr="theory_vs_meas_all_det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046720" cy="57884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log₁₀ RMS 残差：0.49 dex（旧理論 2.84 dex から大幅改善）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神岡地下実験室との比較</a:t>
            </a:r>
          </a:p>
        </p:txBody>
      </p:sp>
      <p:pic>
        <p:nvPicPr>
          <p:cNvPr id="3" name="Picture 2" descr="19_全地点_フラックス_絶対_検出器比較_神岡_連続_誤差棒_片対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42873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深部の床値は神岡の環境中性子（~10⁻⁵ n/cm²/s 級）と整合的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</a:defRPr>
            </a:pPr>
            <a:r>
              <a:t>第6章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0392B"/>
                </a:solidFill>
              </a:defRPr>
            </a:pPr>
            <a:r>
              <a:t>まとめ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KEK 地下トンネルで初めて深度方向の中性子フラックスを系統測定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教材の単一指数減衰 φ=A₀e^{-t/λ_c} は深部で破綻（最大 10⁷ 倍乖離）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深部の平坦化・再上昇はミュオン起源成分＋環境放射能で説明可能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多成分完全理論で実測と神岡地下値の両方と整合（RMS 0.49 dex）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昨年の「上空方向」に続き、「地下方向」の宇宙線中性子減衰を定量化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ご清聴ありがとうございました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質問・バックアップスライドへ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</a:defRPr>
            </a:pPr>
            <a:r>
              <a:t>バックアップ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0392B"/>
                </a:solidFill>
              </a:defRPr>
            </a:pPr>
            <a:r>
              <a:t>質問対応用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平均自由行程の求め方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λ = Δx / ln(φ₁/φ₂)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Λ = ΔX / ln(φ₁/φ₂)　[X: 質量厚 g/cm²]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昨年：Δh = 2000 m（管理棟1階 → 白根山）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今年：横軸は等価コンクリート厚 t_eq [cm]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地層プロファイル（つくば）</a:t>
            </a:r>
          </a:p>
        </p:txBody>
      </p:sp>
      <p:pic>
        <p:nvPicPr>
          <p:cNvPr id="3" name="Picture 2" descr="slide01_地層プロファイル概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PF・Linac の断面</a:t>
            </a:r>
          </a:p>
        </p:txBody>
      </p:sp>
      <p:pic>
        <p:nvPicPr>
          <p:cNvPr id="3" name="Picture 2" descr="slide03_PF_linac_コンクリートの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現場写真</a:t>
            </a:r>
          </a:p>
        </p:txBody>
      </p:sp>
      <p:pic>
        <p:nvPicPr>
          <p:cNvPr id="3" name="Picture 2" descr="slide05_field_pho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PHITS シミュレーション</a:t>
            </a:r>
          </a:p>
        </p:txBody>
      </p:sp>
      <p:pic>
        <p:nvPicPr>
          <p:cNvPr id="3" name="Picture 2" descr="slide08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12 系統フィット（wall / peak / total）</a:t>
            </a:r>
          </a:p>
        </p:txBody>
      </p:sp>
      <p:pic>
        <p:nvPicPr>
          <p:cNvPr id="3" name="Picture 2" descr="theory_vs_meas_peak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046720" cy="83220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